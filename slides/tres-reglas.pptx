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A6A2F"/>
                </a:solidFill>
                <a:latin typeface="Calibri"/>
              </a:rPr>
              <a:t>PARA PAOLA  ·  MARKETING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1F1A14"/>
                </a:solidFill>
                <a:latin typeface="Georgia"/>
              </a:rPr>
              <a:t>Presupuesto local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F1A14"/>
                </a:solidFill>
                <a:latin typeface="Calibri"/>
              </a:rPr>
              <a:t>El aprobado está en Power BI. El restante tiene que calcularse en su ordenador, sin inventar cifras y sin sacar datos.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A6A2F"/>
                </a:solidFill>
                <a:latin typeface="Calibri"/>
              </a:rPr>
              <a:t>EL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A14"/>
                </a:solidFill>
                <a:latin typeface="Georgia"/>
              </a:rPr>
              <a:t>Power BI tiene el aprobado. El gasto no espera al informe.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F1A14"/>
                </a:solidFill>
                <a:latin typeface="Calibri"/>
              </a:rPr>
              <a:t>1.  Paola necesita ver qué queda mientras gasta, no cuando el informe se refresca.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F1A14"/>
                </a:solidFill>
                <a:latin typeface="Calibri"/>
              </a:rPr>
              <a:t>2.  Esta app no se conecta a Power BI. Ella exporta un CSV.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F1A14"/>
                </a:solidFill>
                <a:latin typeface="Calibri"/>
              </a:rPr>
              <a:t>3.  Los DATOS DE EJEMPLO van etiquetados. No son su presupuesto real.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A6A2F"/>
                </a:solidFill>
                <a:latin typeface="Calibri"/>
              </a:rPr>
              <a:t>EL BUCLE LOCAL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1A14"/>
                </a:solidFill>
                <a:latin typeface="Georgia"/>
              </a:rPr>
              <a:t>Exportar → soltar CSV → anotar gasto → ver restante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F1A14"/>
                </a:solidFill>
                <a:latin typeface="Calibri"/>
              </a:rPr>
              <a:t>1.  CSV de solo lectura, parseado en el navegador.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F1A14"/>
                </a:solidFill>
                <a:latin typeface="Calibri"/>
              </a:rPr>
              <a:t>2.  Gasto solo contra partidas que ya existen.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F1A14"/>
                </a:solidFill>
                <a:latin typeface="Calibri"/>
              </a:rPr>
              <a:t>3.  Restante = aprobado − gastado, al momento.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F1A14"/>
                </a:solidFill>
                <a:latin typeface="Calibri"/>
              </a:rPr>
              <a:t>4.  Gemma (Ollama, gemma3:1b) lee esas cifras en localhost si está instalada.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A6A2F"/>
                </a:solidFill>
                <a:latin typeface="Calibri"/>
              </a:rPr>
              <a:t>LAS TRES REGLAS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A14"/>
                </a:solidFill>
                <a:latin typeface="Georgia"/>
              </a:rPr>
              <a:t>1. Nunca inventar cifras.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5C45"/>
                </a:solidFill>
                <a:latin typeface="Georgia"/>
              </a:rPr>
              <a:t>2. Nunca cambiar el presupuesto aprobado.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9B2C2C"/>
                </a:solidFill>
                <a:latin typeface="Georgia"/>
              </a:rPr>
              <a:t>3. Nunca sacar nada de este ordenador.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5778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1A14"/>
                </a:solidFill>
                <a:latin typeface="Calibri"/>
              </a:rPr>
              <a:t>Si un número no está en el CSV ni en el registro de gasto, la lectura dice que no lo sabe.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